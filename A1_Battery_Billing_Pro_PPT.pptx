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7A1"/>
              </a:gs>
              <a:gs pos="100000">
                <a:srgbClr val="1565C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1A73E8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A1 BATTERY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2A5F5"/>
                </a:solidFill>
                <a:latin typeface="Calibri"/>
              </a:defRPr>
            </a:pPr>
            <a:r>
              <a:t>BILLING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BDEFB"/>
                </a:solidFill>
                <a:latin typeface="Calibri"/>
              </a:defRPr>
            </a:pPr>
            <a:r>
              <a:t>GST Billing &amp; Invoice Management Mobile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43400"/>
            <a:ext cx="182880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Developed for A1 Battery Shop, Ulundurpet, Tamil Nadu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300" b="0">
                <a:solidFill>
                  <a:srgbClr val="90CAF9"/>
                </a:solidFill>
                <a:latin typeface="Calibri"/>
              </a:defRPr>
            </a:pPr>
            <a:r>
              <a:t>Built with Flutter | Powered by SQLite | GST Compliant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Presented By: [Your Name]  |  Guide: [Guide Name]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90CAF9"/>
                </a:solidFill>
                <a:latin typeface="Calibri"/>
              </a:defRPr>
            </a:pPr>
            <a:r>
              <a:t>[College Name]  |  Department of Computer Science  |  2025-2026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3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190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0CAF9"/>
                </a:solidFill>
                <a:latin typeface="Calibri"/>
              </a:defRPr>
            </a:pPr>
            <a:r>
              <a:t>"Smarter Billing for Smarter Business"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Why this project was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A1 Battery Billing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📋  Introduction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A1 Battery Billing Pro is a production-ready mobile application developed using the Flutter framework for A1 Battery Shop, located at Ulundurpet, Kallakurichi District, Tamil Nadu.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app completely digitizes the billing and invoicing workflow of a battery retail business — from creating GST-compliant tax invoices, to generating professional A4 PDF documents, to tracking invoice history and backing up business data.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It works 100% offline with zero internet dependency, making it ideal for small-town retail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🎯  Objectives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✦  Automate GST calculations with zero rounding errors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✦  Generate professional A4 GST tax invoices in PDF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✦  Store all invoices locally in SQLite database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✦  Enable instant sharing via WhatsApp, Email, Print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✦  Provide database backup &amp; restore for data safety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✦  Manage product catalog dynamically from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⚠️  Problem Statement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2062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8575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Business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bill writing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Time-consuming, slow customer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Handwritten GST calculations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Frequent errors in tax amounts and totals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GST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 of penalties, non-standard invoice 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Paper-based records only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loss due to damage or misplacement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search capability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Cannot look up past transactions quickly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digital sharing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Cannot send invoices via WhatsApp or Email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backup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Complete data loss if records are destroyed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Comprehensive billing solution with 10 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A1 Battery Billing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28016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Auto Invoice Numbering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Sequential numbers auto-generated from SQLite MAX+1, persists across restarts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28016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1463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GST Calculation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828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Back-calculates Taxable Value, CGST 9%, SGST 9% from inclusive price with zero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28016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66360" y="1463040"/>
            <a:ext cx="457200" cy="45720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PDF Invoice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828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Professional A4 GST Tax Invoice with all mandatory fields, HSN, bank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28016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0" y="146304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🖨️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Print &amp; Share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1828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Native print dialog + share via WhatsApp, Email, Bluetooth or any installed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28016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146304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Invoice History &amp;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828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Full history with search by customer name or invoice number, swipe to delete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47472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611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Serial Number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0233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Multi-line battery serial numbers stored per item and displayed in PDF invoice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51760" y="347472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34640" y="3657600"/>
            <a:ext cx="457200" cy="45720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3611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Dashboard with Live Stats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0233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Home screen shows Total Invoices, Total Revenue, and 5 most recent invoices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347472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66360" y="36576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611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Backup &amp; Restore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40233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Export/Import entire SQLite database via share sheet with SQLite header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347472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98080" y="365760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611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Product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40233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Add/remove battery brands (Amaron, Exide, Luminous, etc.) from Settings screen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47472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29800" y="36576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3611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Amount in Words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0233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Grand total auto-converted to Indian currency words (Lakhs, Crores) for PDF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23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✦ All features work 100% offline — no internet, no server, no cloud dependency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 &amp;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Built with Flutter, powered by SQLite, styled with Material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A1 Battery Billing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🛠  Core Technologies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5303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Flutter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SDK ≥ 3.2.0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Cross-platform mobile UI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Dart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≥ 3.2.0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Programming language with null safety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Material Design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Modern UI component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(sqflite)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^2.3.3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offline relational database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📦  Flutter Packages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554480"/>
          <a:ext cx="5440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 anchor="ctr"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069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sqflite ^2.3.3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database CRUD 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pdf ^3.10.8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Programmatic PDF document generation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printing ^5.13.1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Native print dialog &amp; share 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path_provider ^2.1.3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Platform-specific directory access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share_plus ^9.0.0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Native share sheet (WhatsApp, Email)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file_picker ^8.0.0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Pick .db file for backup restore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google_fonts ^6.2.1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 font family for clean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intl ^0.19.0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Date &amp; Indian currency formatting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flutter_slidable ^3.1.0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Swipe-to-delete gesture on lists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🔧  Development Tools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703320"/>
          <a:ext cx="5303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Android Studio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Primary IDE for Flutter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Version control system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Android SDK (API 21+)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 platform (Android 5.0+)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ADB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Device deployment &amp; real-device testing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57200" y="5440680"/>
            <a:ext cx="11247120" cy="82296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📱 Android Configuration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FileProvider registered in AndroidManifest.xml for secure PDF sharing  •  Storage Permissions for backup/restore  •  Intent Queries for VIEW &amp; SEND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GST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Clean layered architecture with precision-safe GST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A1 Battery Billing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📐  Layered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5303520" cy="7772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819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HomeScreen  •  NewInvoiceScreen  •  InvoiceDetailScreen  •  InvoiceHistoryScreen  •  SettingsScreen  •  ProductItemWidget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677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95728"/>
            <a:ext cx="5303520" cy="7772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CalculationEngine (GST Math)  •  PdfGenerator (A4 Invoice)  •  BackupService (Export/Import 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54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82696"/>
            <a:ext cx="5303520" cy="77724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558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DatabaseHelper (SQLite CRUD)  •  InvoiceModel (JSON Serialisation)  •  InvoiceItemModel (Line Item)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41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9664"/>
            <a:ext cx="530352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428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UTILITIES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1713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Constants (Shop/GST Config)  •  Helpers (Formatting)  •  NumberToWords (Indian ₹ Converter)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💰  GST Calculation Logic (18% Inclusive)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17320"/>
            <a:ext cx="5440680" cy="2331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50876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200" b="1">
                <a:solidFill>
                  <a:srgbClr val="2E7D32"/>
                </a:solidFill>
                <a:latin typeface="Calibri"/>
              </a:defRPr>
            </a:pPr>
            <a:r>
              <a:t>Step-by-Step Formula: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1:  Taxable Per Unit  =  Rate ÷ 1.18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2:  Subtotal  =  Taxable Per Unit × Quantity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3:  Discount  =  Subtotal × (Disc% ÷ 100)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4:  Taxable Value  =  round2(Subtotal − Discount)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5:  CGST (9%)  =  round2(Taxable × 0.09)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6:  SGST (9%)  =  round2(Taxable × 0.09)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7:  Line Total  =  round2(Taxable + CGST + SGST)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 8:  Grand Total  =  Σ(Line Totals) rounded to ₹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round2(v) = (v × 100).round() / 100.0  →  Zero drift!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📝  Example Calculation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263640" y="4160520"/>
          <a:ext cx="5440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</a:tblGrid>
              <a:tr h="28575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Rate Entered (Incl. GST)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₹12,000.00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Taxable Per Unit (÷1.18)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₹10,169.49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₹20,338.98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CGST (9%)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₹1,830.51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SGST (9%)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₹1,830.51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Grand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₹24,000.00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 Modules &amp; PDF Invoice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5 screens, 3 services, and a professional A4 GST invoice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A1 Battery Billing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6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2148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Home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Gradient app bar with shop name • Stat cards: Total Invoices &amp; Revenue • Quick actions: New Invoice, History, Settings • 5 most recent invoices • Swipe-to-delete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9192" y="1234440"/>
            <a:ext cx="2148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62072" y="14173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New 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1783080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Customer form: Name, Address, Phone, District, PIN, GSTIN • Auto invoice number from DB • Dynamic line items with product dropdown • Live GST preview per item • Serial number input (multi-line)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1234440"/>
            <a:ext cx="2148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75504" y="1417320"/>
            <a:ext cx="457200" cy="45720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9864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Invoice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783080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Complete read-only invoice view • Customer details &amp; item table • GST breakup with CGST/SGST • Amount in words (Indian ₹) • Print PDF &amp; Share PDF buttons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6056" y="1234440"/>
            <a:ext cx="2148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88936" y="141732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Invoice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1783080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All invoices sorted newest first • Real-time search by name or number • Swipe-to-delete with confirmation • Tap any invoice to view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9488" y="1234440"/>
            <a:ext cx="2148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02368" y="1417320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96728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Calibri"/>
              </a:defRPr>
            </a:pPr>
            <a:r>
              <a:t>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1783080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Shop info display (GSTIN, address) • Product list: add/remove brands • Export database as .db via share • Restore from .db file with validation • Database size info (KB)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📄  PDF Invoice Layout (A4 Format)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41605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Section</a:t>
                      </a:r>
                    </a:p>
                  </a:txBody>
                  <a:tcPr anchor="ctr"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 anchor="ctr">
                    <a:solidFill>
                      <a:srgbClr val="00695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TAX INVOICE title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Seller Info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A1 BATTERY — Address, GSTIN, State Code, Phone, Email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Buyer Info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Customer Name, Address, Phone, District, PIN, GSTIN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Items Table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Sl#, Description, HSN, Qty, Rate (Incl.), Rate, Disc%, Amount, Serial Numbers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Tax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HSN-wise Taxable Value, CGST Rate &amp; Amount, SGST Rate &amp; Amount, Total Tax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Amount in Words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INR [Grand Total in Words] — Indian number system (Lakhs, Crores)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Footer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Bank Details (Karur Vysya Bank, A/c, IFSC) • Declaration • Authorised Signatory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Page Footer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★ This is a Computer Generated Invoice ★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315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⚡  Service Layer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315200" y="4160520"/>
          <a:ext cx="4434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Methods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CalculationEngine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buildItem() — compute single item GST</a:t>
                      </a:r>
                    </a:p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previewItem() — live preview totals</a:t>
                      </a:r>
                    </a:p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summarise() — invoice grand totals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PdfGenerator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generate() — creates full A4 PDF</a:t>
                      </a:r>
                    </a:p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 sections: Title, Header, Items,</a:t>
                      </a:r>
                    </a:p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Amount Words, Tax, Footer, Signatory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BackupService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exportBackup() — copy DB + share</a:t>
                      </a:r>
                    </a:p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importBackup() — pick + validate + replace</a:t>
                      </a:r>
                    </a:p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getDbInfo() — file size &amp;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DEFB"/>
                </a:solidFill>
                <a:latin typeface="Calibri"/>
              </a:defRPr>
            </a:pPr>
            <a:r>
              <a:t>Project outcomes and roadmap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A1 Battery Billing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7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✅  Objectives Achieved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0876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4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Objective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Digitize billing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Complete replacement of manual invoices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GST-compliant invoices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Full Tax Invoice with CGST/SGST &amp; HSN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 calculation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Precision-safe round2() — no float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Professional PDF invoices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A4 PDF with bank details &amp; declaration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Offline operation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100% offline — no internet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safety (backup)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SQLite export/import via share sheet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Instant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WhatsApp, Email, Print in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management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 Add/remove battery brands from settings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297680"/>
            <a:ext cx="5486400" cy="1554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📊  Key Outcomes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⏱  Invoice creation: ~5 min (manual) → under 1 min (app)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🎯  GST calculation errors: Frequent → Zero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🔍  Records: Now searchable &amp; permanently stored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💼  Customers receive professional printed invoices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🚀  Future Enhancements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63640" y="1508760"/>
          <a:ext cx="5440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294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Enhancement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☁️ Firebase Cloud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Real-time cloud backup across devices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📊 Sales Analytics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Monthly/yearly reports with charts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🧾 E-Invoice &amp; QR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Govt. compliant e-invoice with QR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👥 Multi-User Access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Role-based login (Owner/Staff)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🌐 Multi-Language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Tamil &amp; Hindi language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📋 Customer Database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Auto-fill for repeat customers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📱 iOS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 on Apple devices via Flutter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🔔 Payment Reminders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SMS/WhatsApp reminders for dues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63640" y="4297680"/>
            <a:ext cx="5440680" cy="1554480"/>
          </a:xfrm>
          <a:prstGeom prst="rect">
            <a:avLst/>
          </a:prstGeom>
          <a:gradFill rotWithShape="1">
            <a:gsLst>
              <a:gs pos="0">
                <a:srgbClr val="0D47A1"/>
              </a:gs>
              <a:gs pos="100000">
                <a:srgbClr val="1565C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🙏  Thank You!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BBDEFB"/>
                </a:solidFill>
                <a:latin typeface="Calibri"/>
              </a:defRPr>
            </a:pPr>
            <a:r>
              <a:t>"A1 Battery Billing Pro — Turning manual billing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BBDEFB"/>
                </a:solidFill>
                <a:latin typeface="Calibri"/>
              </a:defRPr>
            </a:pPr>
            <a:r>
              <a:t>into smart, GST-compliant digital invoicing."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